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103745" cy="10234295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_slide_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Image" descr="Slide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 </cp:lastModifiedBy>
  <cp:revision>10</cp:revision>
  <dcterms:created xsi:type="dcterms:W3CDTF">2021-09-15T07:13:00Z</dcterms:created>
  <dcterms:modified xsi:type="dcterms:W3CDTF">2025-07-23T01:00:55Z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FBF1A97A2D1540F9AF712EF434627537_13</vt:lpwstr>
  </property>
</Properties>
</file>