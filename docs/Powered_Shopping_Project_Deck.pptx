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Powered Shopping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dirty="0"/>
              <a:t>Voice-powered AI shopping concierge</a:t>
            </a:r>
            <a:endParaRPr lang="en-US" dirty="0"/>
          </a:p>
          <a:p>
            <a:pPr lvl="0"/>
            <a:r>
              <a:rPr lang="en-US" dirty="0"/>
              <a:t>Project analysis deck for the current codebase</a:t>
            </a:r>
            <a:endParaRPr lang="en-US" dirty="0"/>
          </a:p>
          <a:p>
            <a:pPr lvl="0"/>
            <a:r>
              <a:rPr lang="en-US" dirty="0"/>
              <a:t>React + Express + Firebase + OpenAI</a:t>
            </a:r>
            <a:endParaRPr lang="en-US" dirty="0"/>
          </a:p>
          <a:p>
            <a:pPr lvl="0"/>
            <a:r>
              <a:rPr lang="en-US" dirty="0"/>
              <a:t>Analyzed on April 21,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Project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Build a shopping assistant that works through voice, text, and standard UI controls.</a:t>
            </a:r>
            <a:endParaRPr lang="en-US" dirty="0"/>
          </a:p>
          <a:p>
            <a:pPr lvl="0"/>
            <a:r>
              <a:rPr lang="en-US" dirty="0"/>
              <a:t>- Reduce friction in product discovery, recommendations, cart actions, and checkout.</a:t>
            </a:r>
            <a:endParaRPr lang="en-US" dirty="0"/>
          </a:p>
          <a:p>
            <a:pPr lvl="0"/>
            <a:r>
              <a:rPr lang="en-US" dirty="0"/>
              <a:t>- Keep the experience usable when AI, speech recognition, or remote product APIs fail.</a:t>
            </a:r>
            <a:endParaRPr lang="en-US" dirty="0"/>
          </a:p>
          <a:p>
            <a:pPr lvl="0"/>
            <a:r>
              <a:rPr lang="en-US" dirty="0"/>
              <a:t>- Require authentication before users enter the main shopping dashboard.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User-Facing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Voice commands with continuous listening and spoken assistant replies.</a:t>
            </a:r>
            <a:endParaRPr lang="en-US" dirty="0"/>
          </a:p>
          <a:p>
            <a:pPr lvl="0"/>
            <a:r>
              <a:rPr lang="en-US" dirty="0"/>
              <a:t>- Typed command fallback plus quick-command buttons for faster testing.</a:t>
            </a:r>
            <a:endParaRPr lang="en-US" dirty="0"/>
          </a:p>
          <a:p>
            <a:pPr lvl="0"/>
            <a:r>
              <a:rPr lang="en-US" dirty="0"/>
              <a:t>- Catalog filters for query, category, brand, price, and rating.</a:t>
            </a:r>
            <a:endParaRPr lang="en-US" dirty="0"/>
          </a:p>
          <a:p>
            <a:pPr lvl="0"/>
            <a:r>
              <a:rPr lang="en-US" dirty="0"/>
              <a:t>- Recommendations, cart management, checkout simulation, and command history.</a:t>
            </a:r>
            <a:endParaRPr lang="en-US" dirty="0"/>
          </a:p>
          <a:p>
            <a:pPr lvl="0"/>
            <a:r>
              <a:rPr lang="en-US" dirty="0"/>
              <a:t>- Firebase email/password and Google sign-in on the frontend.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Architecture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React + Vite client handles auth, dashboard state, voice capture, and preferences.</a:t>
            </a:r>
            <a:endParaRPr lang="en-US" dirty="0"/>
          </a:p>
          <a:p>
            <a:pPr lvl="0"/>
            <a:r>
              <a:rPr lang="en-US" dirty="0"/>
              <a:t>- Express backend exposes product, cart, and AI routes under /api.</a:t>
            </a:r>
            <a:endParaRPr lang="en-US" dirty="0"/>
          </a:p>
          <a:p>
            <a:pPr lvl="0"/>
            <a:r>
              <a:rPr lang="en-US" dirty="0"/>
              <a:t>- FakeStore API supplies catalog data; local JSON mock data backs it up.</a:t>
            </a:r>
            <a:endParaRPr lang="en-US" dirty="0"/>
          </a:p>
          <a:p>
            <a:pPr lvl="0"/>
            <a:r>
              <a:rPr lang="en-US" dirty="0"/>
              <a:t>- Firebase/Firestore supports auth and optional cart persistence.</a:t>
            </a:r>
            <a:endParaRPr lang="en-US" dirty="0"/>
          </a:p>
          <a:p>
            <a:pPr lvl="0"/>
            <a:r>
              <a:rPr lang="en-US" dirty="0"/>
              <a:t>- OpenAI powers tool-calling chat and audio transcription.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Frontend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AppRoot gates access with useFirebaseAuth, AuthScreen, and HomePage.</a:t>
            </a:r>
            <a:endParaRPr lang="en-US" dirty="0"/>
          </a:p>
          <a:p>
            <a:pPr lvl="0"/>
            <a:r>
              <a:rPr lang="en-US" dirty="0"/>
              <a:t>- HomePage orchestrates views, products, recommendations, cart, history, and settings.</a:t>
            </a:r>
            <a:endParaRPr lang="en-US" dirty="0"/>
          </a:p>
          <a:p>
            <a:pPr lvl="0"/>
            <a:r>
              <a:rPr lang="en-US" dirty="0"/>
              <a:t>- VoiceControl combines live speech recognition, manual commands, and recorder fallback.</a:t>
            </a:r>
            <a:endParaRPr lang="en-US" dirty="0"/>
          </a:p>
          <a:p>
            <a:pPr lvl="0"/>
            <a:r>
              <a:rPr lang="en-US" dirty="0"/>
              <a:t>- browserStorage persists theme, assistant settings, and the last selected category.</a:t>
            </a:r>
            <a:endParaRPr lang="en-US" dirty="0"/>
          </a:p>
          <a:p>
            <a:pPr lvl="0"/>
            <a:r>
              <a:rPr lang="en-US" dirty="0"/>
              <a:t>- Bundled demo product data keeps the UI functional if the backend is unavailable.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Backend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productService caches catalog data, infers brands, and converts USD prices to INR.</a:t>
            </a:r>
            <a:endParaRPr lang="en-US" dirty="0"/>
          </a:p>
          <a:p>
            <a:pPr lvl="0"/>
            <a:r>
              <a:rPr lang="en-US" dirty="0"/>
              <a:t>- recommendationService calculates trending and similar product lists.</a:t>
            </a:r>
            <a:endParaRPr lang="en-US" dirty="0"/>
          </a:p>
          <a:p>
            <a:pPr lvl="0"/>
            <a:r>
              <a:rPr lang="en-US" dirty="0"/>
              <a:t>- cartStore supports Firestore-backed carts with in-memory fallback.</a:t>
            </a:r>
            <a:endParaRPr lang="en-US" dirty="0"/>
          </a:p>
          <a:p>
            <a:pPr lvl="0"/>
            <a:r>
              <a:rPr lang="en-US" dirty="0"/>
              <a:t>- aiAssistantService runs a tool loop for search, recommendations, cart, and checkout.</a:t>
            </a:r>
            <a:endParaRPr lang="en-US" dirty="0"/>
          </a:p>
          <a:p>
            <a:pPr lvl="0"/>
            <a:r>
              <a:rPr lang="en-US" dirty="0"/>
              <a:t>- Routes and controllers separate product, cart, and AI responsibilities clearly.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Voice and AI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Users can speak or type commands such as show Nike shoes under 2000.</a:t>
            </a:r>
            <a:endParaRPr lang="en-US" dirty="0"/>
          </a:p>
          <a:p>
            <a:pPr lvl="0"/>
            <a:r>
              <a:rPr lang="en-US" dirty="0"/>
              <a:t>- Browser speech recognition runs first; recorder plus /api/ai/transcribe handles fallback.</a:t>
            </a:r>
            <a:endParaRPr lang="en-US" dirty="0"/>
          </a:p>
          <a:p>
            <a:pPr lvl="0"/>
            <a:r>
              <a:rPr lang="en-US" dirty="0"/>
              <a:t>- /api/ai/chat sends the request to the LLM with shopping tools attached.</a:t>
            </a:r>
            <a:endParaRPr lang="en-US" dirty="0"/>
          </a:p>
          <a:p>
            <a:pPr lvl="0"/>
            <a:r>
              <a:rPr lang="en-US" dirty="0"/>
              <a:t>- Tool outputs return both assistant text and structured UI updates for the client.</a:t>
            </a:r>
            <a:endParaRPr lang="en-US" dirty="0"/>
          </a:p>
          <a:p>
            <a:pPr lvl="0"/>
            <a:r>
              <a:rPr lang="en-US" dirty="0"/>
              <a:t>- If AI mode is unavailable, the client falls back to a deterministic intent parser.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Resilience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FakeStore requests use a timeout and fall back to local mock products.</a:t>
            </a:r>
            <a:endParaRPr lang="en-US" dirty="0"/>
          </a:p>
          <a:p>
            <a:pPr lvl="0"/>
            <a:r>
              <a:rPr lang="en-US" dirty="0"/>
              <a:t>- Firestore configuration is optional; cart operations still work in memory.</a:t>
            </a:r>
            <a:endParaRPr lang="en-US" dirty="0"/>
          </a:p>
          <a:p>
            <a:pPr lvl="0"/>
            <a:r>
              <a:rPr lang="en-US" dirty="0"/>
              <a:t>- Speech failures surface clear messages for network, microphone, and quota issues.</a:t>
            </a:r>
            <a:endParaRPr lang="en-US" dirty="0"/>
          </a:p>
          <a:p>
            <a:pPr lvl="0"/>
            <a:r>
              <a:rPr lang="en-US" dirty="0"/>
              <a:t>- AI mode can be disabled without breaking search, cart, or checkout actions.</a:t>
            </a:r>
            <a:endParaRPr lang="en-US" dirty="0"/>
          </a:p>
          <a:p>
            <a:pPr lvl="0"/>
            <a:r>
              <a:rPr lang="en-US" dirty="0"/>
              <a:t>- This layered fallback strategy makes the project strong for demos and restricted networks.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Stack and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Frontend stack: React 18, Vite 5, Firebase 11.</a:t>
            </a:r>
            <a:endParaRPr lang="en-US" dirty="0"/>
          </a:p>
          <a:p>
            <a:pPr lvl="0"/>
            <a:r>
              <a:rPr lang="en-US" dirty="0"/>
              <a:t>- Backend stack: Node.js, Express 4, firebase-admin.</a:t>
            </a:r>
            <a:endParaRPr lang="en-US" dirty="0"/>
          </a:p>
          <a:p>
            <a:pPr lvl="0"/>
            <a:r>
              <a:rPr lang="en-US" dirty="0"/>
              <a:t>- AI stack: OpenAI chat completions plus Whisper transcription endpoint.</a:t>
            </a:r>
            <a:endParaRPr lang="en-US" dirty="0"/>
          </a:p>
          <a:p>
            <a:pPr lvl="0"/>
            <a:r>
              <a:rPr lang="en-US" dirty="0"/>
              <a:t>- Current analysis covered 46 source files and about 10,211 lines of code.</a:t>
            </a:r>
            <a:endParaRPr lang="en-US" dirty="0"/>
          </a:p>
          <a:p>
            <a:pPr lvl="0"/>
            <a:r>
              <a:rPr lang="en-US" dirty="0"/>
              <a:t>- Main workflows run through npm run dev, npm run build, and npm run start.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Risks and Gaps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client/.env.example contains real-looking Firebase values and should be sanitized.</a:t>
            </a:r>
            <a:endParaRPr lang="en-US" dirty="0"/>
          </a:p>
          <a:p>
            <a:pPr lvl="0"/>
            <a:r>
              <a:rPr lang="en-US" dirty="0"/>
              <a:t>- Port expectations differ between README, env defaults, and server fallback logic.</a:t>
            </a:r>
            <a:endParaRPr lang="en-US" dirty="0"/>
          </a:p>
          <a:p>
            <a:pPr lvl="0"/>
            <a:r>
              <a:rPr lang="en-US" dirty="0"/>
              <a:t>- No automated test suite is present for voice, cart, product, or AI flows.</a:t>
            </a:r>
            <a:endParaRPr lang="en-US" dirty="0"/>
          </a:p>
          <a:p>
            <a:pPr lvl="0"/>
            <a:r>
              <a:rPr lang="en-US" dirty="0"/>
              <a:t>- External service cost and quota limits can affect voice transcription and AI mode.</a:t>
            </a:r>
            <a:endParaRPr lang="en-US" dirty="0"/>
          </a:p>
          <a:p>
            <a:pPr lvl="0"/>
            <a:r>
              <a:rPr lang="en-US" dirty="0"/>
              <a:t>- Some experience quality still depends on browser speech API behavior.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Suggested Demo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- Sign in and show the authenticated dashboard entry point.</a:t>
            </a:r>
            <a:endParaRPr lang="en-US" dirty="0"/>
          </a:p>
          <a:p>
            <a:pPr lvl="0"/>
            <a:r>
              <a:rPr lang="en-US" dirty="0"/>
              <a:t>- Run a product search with voice or a typed assistant command.</a:t>
            </a:r>
            <a:endParaRPr lang="en-US" dirty="0"/>
          </a:p>
          <a:p>
            <a:pPr lvl="0"/>
            <a:r>
              <a:rPr lang="en-US" dirty="0"/>
              <a:t>- Add an item, review the cart, and simulate checkout.</a:t>
            </a:r>
            <a:endParaRPr lang="en-US" dirty="0"/>
          </a:p>
          <a:p>
            <a:pPr lvl="0"/>
            <a:r>
              <a:rPr lang="en-US" dirty="0"/>
              <a:t>- Show fallback behavior by explaining demo data and non-AI command handling.</a:t>
            </a:r>
            <a:endParaRPr lang="en-US" dirty="0"/>
          </a:p>
          <a:p>
            <a:pPr lvl="0"/>
            <a:r>
              <a:rPr lang="en-US" dirty="0"/>
              <a:t>- Close on the project strength: one UX, multiple graceful fallback layers.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 </cp:lastModifiedBy>
  <cp:revision>10</cp:revision>
  <dcterms:created xsi:type="dcterms:W3CDTF">2021-09-15T07:13:00Z</dcterms:created>
  <dcterms:modified xsi:type="dcterms:W3CDTF">2025-07-23T01:00:55Z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FBF1A97A2D1540F9AF712EF434627537_13</vt:lpwstr>
  </property>
</Properties>
</file>